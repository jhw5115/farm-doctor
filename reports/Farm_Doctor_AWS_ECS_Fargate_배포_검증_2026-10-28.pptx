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42816" cy="6858000"/>
          </a:xfrm>
          <a:prstGeom prst="rect">
            <a:avLst/>
          </a:prstGeom>
          <a:solidFill>
            <a:srgbClr val="123967"/>
          </a:solidFill>
          <a:ln w="12700">
            <a:solidFill>
              <a:srgbClr val="1239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502920"/>
            <a:ext cx="3657600" cy="3657600"/>
          </a:xfrm>
          <a:prstGeom prst="arc">
            <a:avLst/>
          </a:prstGeom>
          <a:solidFill>
            <a:srgbClr val="123967">
              <a:alpha val="0"/>
            </a:srgbClr>
          </a:solidFill>
          <a:ln w="19050">
            <a:solidFill>
              <a:srgbClr val="3F8CFF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31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EB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ECS Fargate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준비 검증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9D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프로덕션 이미지 최적화 · 모델 및 서비스 런타임 검증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37947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15345C"/>
          </a:solidFill>
          <a:ln w="10160">
            <a:solidFill>
              <a:srgbClr val="2D5A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05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10.2GB → 590.5MB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3525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9D1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전용 이미지로 약 94% 축소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53492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583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배포 가능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85800" y="5870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2C5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28일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시작점: 배포를 막고 있던 문제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739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10.2GB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백엔드 이미지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10712" y="1508760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75304" y="17739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6.42GB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575304" y="233172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 의존성 레이어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27064" y="1508760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91656" y="17739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A3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391656" y="233172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Fargate에서 불필요한 NVIDIA 런타임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43416" y="1508760"/>
            <a:ext cx="2487168" cy="146304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08008" y="1773936"/>
            <a:ext cx="2157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E8A3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미완료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9208008" y="233172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Dockerfile.prod 빌드 검증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520440"/>
            <a:ext cx="10972800" cy="1572768"/>
          </a:xfrm>
          <a:prstGeom prst="roundRect">
            <a:avLst>
              <a:gd name="adj" fmla="val 4651"/>
            </a:avLst>
          </a:prstGeom>
          <a:solidFill>
            <a:srgbClr val="EAF3FF"/>
          </a:solidFill>
          <a:ln w="10160">
            <a:solidFill>
              <a:srgbClr val="BBD7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749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목표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1605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Fargate에 맞는 CPU 전용 이미지로 전환하고, 모델 · API · DB · Alembic까지 실제 컨테이너에서 확인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웹사이트 UI, 학습 모델, AWS 실 리소스는 변경하지 않는 것을 작업 경계로 설정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작업 흐름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761488"/>
            <a:ext cx="457200" cy="0"/>
          </a:xfrm>
          <a:prstGeom prst="line">
            <a:avLst/>
          </a:prstGeom>
          <a:noFill/>
          <a:ln w="19050">
            <a:solidFill>
              <a:srgbClr val="A8C7F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7552" y="1627632"/>
            <a:ext cx="960120" cy="96012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38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 진단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Dockerfile·의존성·모델·DB 구성 점검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4663440" y="2761488"/>
            <a:ext cx="457200" cy="0"/>
          </a:xfrm>
          <a:prstGeom prst="line">
            <a:avLst/>
          </a:prstGeom>
          <a:noFill/>
          <a:ln w="19050">
            <a:solidFill>
              <a:srgbClr val="A8C7F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19272" y="1627632"/>
            <a:ext cx="960120" cy="96012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938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의존성 분리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requirements-prod.txt 신규 구성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995160" y="2761488"/>
            <a:ext cx="457200" cy="0"/>
          </a:xfrm>
          <a:prstGeom prst="line">
            <a:avLst/>
          </a:prstGeom>
          <a:noFill/>
          <a:ln w="19050">
            <a:solidFill>
              <a:srgbClr val="A8C7F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50992" y="1627632"/>
            <a:ext cx="960120" cy="96012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938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최적화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PyTorch 고정 및 BuildKit 정리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326880" y="2761488"/>
            <a:ext cx="457200" cy="0"/>
          </a:xfrm>
          <a:prstGeom prst="line">
            <a:avLst/>
          </a:prstGeom>
          <a:noFill/>
          <a:ln w="19050">
            <a:solidFill>
              <a:srgbClr val="A8C7F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982712" y="1627632"/>
            <a:ext cx="960120" cy="96012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1938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컨테이너 검증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5236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· 모델 · MySQL · Alembic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10314432" y="1627632"/>
            <a:ext cx="960120" cy="960120"/>
          </a:xfrm>
          <a:prstGeom prst="ellipse">
            <a:avLst/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314432" y="19385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0" y="3063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판정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34930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크기·메모리·잔여 리스크 정리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77240" y="5074920"/>
            <a:ext cx="10607040" cy="594360"/>
          </a:xfrm>
          <a:prstGeom prst="roundRect">
            <a:avLst>
              <a:gd name="adj" fmla="val 12308"/>
            </a:avLst>
          </a:prstGeom>
          <a:solidFill>
            <a:srgbClr val="F2F8F5"/>
          </a:solidFill>
          <a:ln w="10160">
            <a:solidFill>
              <a:srgbClr val="BEE3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276088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9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|  개발 환경 유지 · 모델 파일 미포함 · 실제 AWS 리소스 미생성 · 검증용 컨테이너만 생성 후 정리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의존성 전략: CUDA 제거, 버전 고정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7F6"/>
          </a:solidFill>
          <a:ln w="10160">
            <a:solidFill>
              <a:srgbClr val="F5C7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007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개발 환경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0848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버전 범위 기반 설치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Linux에서 CUDA/NVIDIA 런타임 선택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이미지와 빌드 시간이 과도하게 증가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03834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6245352" y="14173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2F8F5"/>
          </a:solidFill>
          <a:ln w="10160">
            <a:solidFill>
              <a:srgbClr val="BEE3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700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9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AWS 프로덕션 환경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19672" y="20848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requirements-prod.txt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65392" y="2487168"/>
            <a:ext cx="4480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torch 2.5.1+cpu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torchvision 0.20.1+cpu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ultralytics 8.3.227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주요 런타임 라이브러리 버전 고정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65392" y="5029200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50383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Dockerfile.prod만 사용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최적화 결과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813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이미지 크기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029968"/>
            <a:ext cx="9052560" cy="566928"/>
          </a:xfrm>
          <a:prstGeom prst="rect">
            <a:avLst/>
          </a:prstGeom>
          <a:solidFill>
            <a:srgbClr val="F7D6D6"/>
          </a:solidFill>
          <a:ln w="12700">
            <a:solidFill>
              <a:srgbClr val="F7D6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090672"/>
            <a:ext cx="530352" cy="56692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40112" y="21762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 10.2 GB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32369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 590.5 MB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4224528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4434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94% 감소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42793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효과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CUDA·NVIDIA 패키지 제거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pytest 등 개발 전용 의존성 미포함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Docker BuildKit 캐시 정리 후 재빌드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프로덕션 컨테이너 런타임 검증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5727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런타임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80360" y="1563624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 2.5.1+cpu · CUDA None · NVIDIA 모듈 없음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948672" y="1554480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48672" y="156362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640080" y="2167128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322576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80360" y="2313432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/api/v1/health → ready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948672" y="2304288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48672" y="231343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40080" y="2916936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072384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로드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3063240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/app/models/best.pt · 2-class 모델 준비 완료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48672" y="3054096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48672" y="306324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640080" y="3666744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82219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Alembic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880360" y="3813048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ready · 0003_chat_foundation (head)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948672" y="3803904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48672" y="38130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40080" y="4416552"/>
            <a:ext cx="109270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5720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880360" y="4562856"/>
            <a:ext cx="6355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약 739 MiB · worker 2개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48672" y="4553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456285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49808" y="562356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환경: 기존 로컬 MySQL 네트워크 + 읽기 전용 모델 마운트 + 별도 포트의 일회성 스모크 컨테이너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검증: 런타임은 통과, 판별 품질은 추가 확인 필요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EAF3FF"/>
          </a:solidFill>
          <a:ln w="10160">
            <a:solidFill>
              <a:srgbClr val="BBD7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190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계약 확인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697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task = detect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클래스: normal, fire_blight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서비스 매핑: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apple_healthy / apple_fire_blight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434340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0F9D78"/>
          </a:solidFill>
          <a:ln w="12700">
            <a:solidFill>
              <a:srgbClr val="0F9D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352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구조 일치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7F6"/>
          </a:solidFill>
          <a:ln w="10160">
            <a:solidFill>
              <a:srgbClr val="F5C7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7190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공개 샘플 추론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1945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 화상병 잎 이미지 입력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YOLO 실행 완료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검출 상자 0개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81728" y="434340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43525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결과 미확정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174736" y="1417320"/>
            <a:ext cx="3337560" cy="3566160"/>
          </a:xfrm>
          <a:prstGeom prst="roundRect">
            <a:avLst>
              <a:gd name="adj" fmla="val 2192"/>
            </a:avLst>
          </a:prstGeom>
          <a:solidFill>
            <a:srgbClr val="FFFBEF"/>
          </a:solidFill>
          <a:ln w="10160">
            <a:solidFill>
              <a:srgbClr val="F4DE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17190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처리 영향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49056" y="2194560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0개이면 기존 API는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실패로 처리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학습·검증 데이터 계열 이미지로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 API 재검증 필요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49056" y="4343400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49056" y="43525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전 필수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ECS Fargate 초기 배포 권장안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9C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Task Size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vCPU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GB Memory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9D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추론 + worker 2개 기준의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8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보수적인 시작값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508760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6824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공급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27648" y="1673352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EFS 또는 시작 시 S3 다운로드. 이미지에는 미포함 유지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4709160" y="2395728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56048" y="25694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시크릿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7648" y="256032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Secrets Manager / SSM에서 task 환경 변수로 주입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4709160" y="3282696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34564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마이그레이션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27648" y="344728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task와 분리된 one-off task로 alembic 실행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709160" y="4169664"/>
            <a:ext cx="6812280" cy="640080"/>
          </a:xfrm>
          <a:prstGeom prst="roundRect">
            <a:avLst>
              <a:gd name="adj" fmla="val 11429"/>
            </a:avLst>
          </a:prstGeom>
          <a:solidFill>
            <a:srgbClr val="F7F9FC"/>
          </a:solidFill>
          <a:ln w="10160">
            <a:solidFill>
              <a:srgbClr val="D9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434340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27648" y="43342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 Health Check + CloudWatch 메모리·응답 시간 모니터링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spc="60" kern="0" dirty="0">
                <a:solidFill>
                  <a:srgbClr val="1E64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FARM DOCTOR · AWS DEPLOYMENT REVIEW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판정 및 다음 단계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3112" cy="0"/>
          </a:xfrm>
          <a:prstGeom prst="line">
            <a:avLst/>
          </a:prstGeom>
          <a:noFill/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89888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BEF"/>
          </a:solidFill>
          <a:ln w="10160">
            <a:solidFill>
              <a:srgbClr val="F4DE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184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8A31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배포 가능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0" y="168249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인프라·이미지·API·DB는 배포 준비 완료. 모델 판별 결과 검증이 배포 승인 전 마지막 관문.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411480" cy="41148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03580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9992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데이터로 API 재시험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30083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학습/검증 세트 계열 사과 잎 이미지로 detect 결과 및 API 저장 결과 확인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3749040"/>
            <a:ext cx="411480" cy="41148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5876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ECR 배포 파이프라인 연결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83133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태그·스캔·푸시 및 task definition 반영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4572000"/>
            <a:ext cx="411480" cy="411480"/>
          </a:xfrm>
          <a:prstGeom prst="ellipse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81728"/>
            <a:ext cx="411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46451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Fargate 관측 후 조정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465429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E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추론 부하 기준 CPU·메모리·worker 수 조절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5760720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9D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  |  10.2GB → 590.5MB  ·  CPU 전용 런타임  ·  컨테이너/DB/모델 로드 검증 완료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A86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2026.10.28  |  Farm Doctor  |  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Farm Doctor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 Doctor AWS ECS Fargate Deployment Readiness</dc:title>
  <dc:subject>AWS ECS Fargate backend production image optimization and validation</dc:subject>
  <dc:creator>Farm Doctor</dc:creator>
  <cp:lastModifiedBy>Farm Doctor</cp:lastModifiedBy>
  <cp:revision>1</cp:revision>
  <dcterms:created xsi:type="dcterms:W3CDTF">2026-10-28T08:39:59Z</dcterms:created>
  <dcterms:modified xsi:type="dcterms:W3CDTF">2026-10-28T08:39:59Z</dcterms:modified>
</cp:coreProperties>
</file>