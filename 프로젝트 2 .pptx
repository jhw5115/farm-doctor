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1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6344" autoAdjust="0"/>
  </p:normalViewPr>
  <p:slideViewPr>
    <p:cSldViewPr snapToGrid="0">
      <p:cViewPr varScale="1">
        <p:scale>
          <a:sx n="58" d="100"/>
          <a:sy n="58" d="100"/>
        </p:scale>
        <p:origin x="9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B041B-1580-468D-95D1-55A28225F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B33CBD-EB5C-44BD-9863-CB7B7565D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19EE7-859E-4904-B5F1-0F6018EF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E2666E-074F-491D-9692-AE6E6A00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E5B5F8-87A9-44EC-B6C4-80749B98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3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9631-56D7-433B-A8A7-DC2D09D6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F14A0-44C3-48A8-A857-C2A115FC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339AE-C396-4864-A76E-E67AD5E0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0E1D74-81AA-4FE0-A346-6B6AF1B0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391860-F941-4A32-B3A5-ECF1E6EF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5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6345C-DF73-4A64-AB1C-004D9CF7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F85A61-7140-4564-A3A7-4CB81289A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4EEA7B-AA0E-4679-B97A-8633D81B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AB28F-0B69-477D-A41D-0B0F05CD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C1827-82ED-44C0-BE95-AF7A4B11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9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88D45-02F6-4359-AD75-B505495A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08C40-9397-41D7-BE22-5B989A856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543BE2-76DB-4964-A4BE-800CDA2DF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FADB7D-AEB9-4EA0-856F-E40AF801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E7F862-65F8-46C5-A335-ACBD3C2B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BA91F-039B-455B-A2E7-B7751420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8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F2B96-C760-48A9-BD7A-299336BD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CB53EC-B2A6-42F9-B1DA-CFD1049DF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3DD73D-6880-45CF-97FE-8A04256A0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BDA1E-B760-42A2-B2C6-8A6BEF280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947777-726F-43A0-94C8-C7BFEB1A7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2575BA-3554-4004-8770-8B488A4B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35A938-83A5-4DCE-AC9F-15AF3DC1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723585-63F7-49AD-86AA-749FC71C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22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88B78-B27F-44D4-BFAD-0B25EDF9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FAAF95-3629-428D-9A48-46B1AF65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214984-572C-43AC-9A9D-B03B52CD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A2D3B-35C4-4274-82B7-4E9B5519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75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909031-FC94-486F-8E2D-43C16156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DEEBC3-B85B-42ED-88D1-301A9D8A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A74FD-B175-4DBC-BCCB-79345189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3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2457C-5364-40AF-9B2F-E8C5C389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0EB8D-6F89-4BF3-8D51-440011A8A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C6FE98-89EA-4B79-9432-0A6917655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C51086-47C2-458D-8DFD-4AFDE586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DE86A-259C-4B9D-B280-CA33B431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D081F0-90AA-42B1-AE82-EDF5B636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15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B6F28-D234-4348-A388-5B5EB58F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A18F5D-3400-4A0C-A571-B325CF6BA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69C4F3-BF38-4BD6-9ABD-959F85F02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D2C3F4-662E-47F5-8E3E-A06B6E67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F46B6-E923-4B57-82AD-66F29ECD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03F4A9-C6F6-4582-AC9D-BACC7242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44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1D5FB-49A2-4ACF-A640-C1937017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6CB181-6B09-43B5-96E5-EF1CE468B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1001C-BFC1-4FA7-9F39-55857DA8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9FDC3-05EB-4F65-A0F5-221BE51E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59621-7405-4E06-9210-04CC867C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668B9F-3272-4363-AE14-63EF9ADA1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902A9C-56FE-42CB-AF5D-2B3A4EDAB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57B11-0FC0-40C9-B338-1028E734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38BAF-497A-486F-A2D5-A5A0B6EF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854D7-287C-41E2-9243-F04244FA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70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8E1057-A180-4AC1-88C4-1EFF9C13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2D0AC3-C7EA-4304-810A-55A80C8EB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D58360-6A0A-43A3-B16D-389131C90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536DB-3C58-401D-9FD3-DEAF162C4D8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29D18-038B-4C21-A5EC-E506A7F7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F6A5CD-EF5B-4574-9CF0-EDDE7687D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EBD24-3A81-40E5-8276-B555A0E8E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3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F61947-1235-4B29-8080-D87B6C931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48" y="461962"/>
            <a:ext cx="2918681" cy="7966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625104-98BD-4B5D-9D72-0CA34212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175" y="2038287"/>
            <a:ext cx="2918681" cy="822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18FF40-F462-4438-BA59-8DEC31A7D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65" y="2041779"/>
            <a:ext cx="2918681" cy="8547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39C94B-E083-4080-A4F7-620F469C2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365" y="3109958"/>
            <a:ext cx="2433474" cy="6380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429FEE-39E3-45FE-821D-47568F21B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175" y="3062333"/>
            <a:ext cx="3074074" cy="1842127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11FAE1-D684-46C5-AED4-F6313CDB4E15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2602706" y="1258633"/>
            <a:ext cx="2191483" cy="78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88448B1-33C7-4396-8C32-BBBE1981701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794189" y="1258633"/>
            <a:ext cx="2600327" cy="77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CF3C829-DB30-4866-BEB5-2AC82FD0D32C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2360102" y="2896562"/>
            <a:ext cx="242604" cy="213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B204DB5-E975-40D1-B34F-4AD6A425D60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7394516" y="2860657"/>
            <a:ext cx="77696" cy="201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71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9FFCF89-A395-4517-AC27-CC93F8D3A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243012"/>
            <a:ext cx="75057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FFAD2-AB98-41DE-8708-27F98E0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98E9E5-9EAA-4BD0-88BE-FA3B4C264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14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713E5B45-20D0-4E78-AC52-8000421E6841}"/>
              </a:ext>
            </a:extLst>
          </p:cNvPr>
          <p:cNvSpPr/>
          <p:nvPr/>
        </p:nvSpPr>
        <p:spPr>
          <a:xfrm>
            <a:off x="-1" y="0"/>
            <a:ext cx="2487081" cy="6857999"/>
          </a:xfrm>
          <a:prstGeom prst="rect">
            <a:avLst/>
          </a:prstGeom>
          <a:solidFill>
            <a:srgbClr val="E9E3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0D7FCA-6AAC-42F5-95C1-0B4B2A47E2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349"/>
          <a:stretch/>
        </p:blipFill>
        <p:spPr>
          <a:xfrm>
            <a:off x="2797549" y="1665078"/>
            <a:ext cx="4393078" cy="1309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3CAC0-2B0D-41B7-B0D1-A7CF05D96C68}"/>
              </a:ext>
            </a:extLst>
          </p:cNvPr>
          <p:cNvSpPr txBox="1"/>
          <p:nvPr/>
        </p:nvSpPr>
        <p:spPr>
          <a:xfrm>
            <a:off x="-20338" y="2728808"/>
            <a:ext cx="2507418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</a:t>
            </a:r>
            <a:r>
              <a:rPr lang="ko-KR" altLang="en-US" dirty="0"/>
              <a:t>형식의 </a:t>
            </a:r>
            <a:endParaRPr lang="en-US" altLang="ko-KR" dirty="0"/>
          </a:p>
          <a:p>
            <a:r>
              <a:rPr lang="ko-KR" altLang="en-US" dirty="0"/>
              <a:t>검출 대상 이미지 정보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sz="1300" dirty="0"/>
              <a:t>- description</a:t>
            </a:r>
          </a:p>
          <a:p>
            <a:r>
              <a:rPr lang="en-US" altLang="ko-KR" sz="1300" dirty="0"/>
              <a:t>- annotations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FA710-3B13-45C2-9EF3-68FE77DA8B08}"/>
              </a:ext>
            </a:extLst>
          </p:cNvPr>
          <p:cNvSpPr txBox="1"/>
          <p:nvPr/>
        </p:nvSpPr>
        <p:spPr>
          <a:xfrm>
            <a:off x="2754815" y="879037"/>
            <a:ext cx="426270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/>
              <a:t>[ description ] _</a:t>
            </a:r>
            <a:r>
              <a:rPr lang="ko-KR" altLang="en-US" sz="1300" b="1" dirty="0"/>
              <a:t>어떤 이미지인지</a:t>
            </a:r>
            <a:endParaRPr lang="en-US" altLang="ko-KR" sz="1300" b="1" dirty="0"/>
          </a:p>
          <a:p>
            <a:endParaRPr lang="en-US" altLang="ko-KR" sz="500" b="1" dirty="0"/>
          </a:p>
          <a:p>
            <a:pPr marL="285750" indent="-285750">
              <a:buFontTx/>
              <a:buChar char="-"/>
            </a:pPr>
            <a:r>
              <a:rPr lang="ko-KR" altLang="en-US" sz="1300" dirty="0"/>
              <a:t>역할 </a:t>
            </a:r>
            <a:r>
              <a:rPr lang="en-US" altLang="ko-KR" sz="1300" dirty="0"/>
              <a:t>: </a:t>
            </a:r>
            <a:r>
              <a:rPr lang="ko-KR" altLang="en-US" sz="1300" dirty="0"/>
              <a:t>이미지 기본 정보</a:t>
            </a:r>
            <a:endParaRPr lang="en-US" altLang="ko-KR" sz="1300" dirty="0"/>
          </a:p>
          <a:p>
            <a:pPr marL="285750" indent="-285750">
              <a:buFontTx/>
              <a:buChar char="-"/>
            </a:pPr>
            <a:r>
              <a:rPr lang="ko-KR" altLang="en-US" sz="1300" dirty="0"/>
              <a:t>주요 정보</a:t>
            </a:r>
            <a:r>
              <a:rPr lang="en-US" altLang="ko-KR" sz="1300" dirty="0"/>
              <a:t> :</a:t>
            </a:r>
            <a:r>
              <a:rPr lang="ko-KR" altLang="en-US" sz="1300" dirty="0"/>
              <a:t> 파일명</a:t>
            </a:r>
            <a:r>
              <a:rPr lang="en-US" altLang="ko-KR" sz="1300" dirty="0"/>
              <a:t>, </a:t>
            </a:r>
            <a:r>
              <a:rPr lang="ko-KR" altLang="en-US" sz="1300" dirty="0"/>
              <a:t>촬영일</a:t>
            </a:r>
            <a:r>
              <a:rPr lang="en-US" altLang="ko-KR" sz="1300" dirty="0"/>
              <a:t>, </a:t>
            </a:r>
            <a:r>
              <a:rPr lang="ko-KR" altLang="en-US" sz="1300" dirty="0"/>
              <a:t>이미지 크기</a:t>
            </a:r>
            <a:r>
              <a:rPr lang="en-US" altLang="ko-KR" sz="1300" dirty="0"/>
              <a:t>, </a:t>
            </a:r>
            <a:r>
              <a:rPr lang="ko-KR" altLang="en-US" sz="1300" dirty="0"/>
              <a:t>작업 코드</a:t>
            </a:r>
            <a:endParaRPr lang="en-US" altLang="ko-KR" sz="1300" dirty="0"/>
          </a:p>
          <a:p>
            <a:endParaRPr lang="en-US" altLang="ko-KR" sz="1300" dirty="0"/>
          </a:p>
          <a:p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1335C-0DA2-4725-8708-61DF51C07C1F}"/>
              </a:ext>
            </a:extLst>
          </p:cNvPr>
          <p:cNvSpPr txBox="1"/>
          <p:nvPr/>
        </p:nvSpPr>
        <p:spPr>
          <a:xfrm>
            <a:off x="7550097" y="879037"/>
            <a:ext cx="4322017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/>
              <a:t>[ annotations ] _</a:t>
            </a:r>
            <a:r>
              <a:rPr lang="ko-KR" altLang="en-US" sz="1300" b="1" dirty="0"/>
              <a:t>이미지에 무엇이 있고 어디에 있는지</a:t>
            </a:r>
            <a:endParaRPr lang="en-US" altLang="ko-KR" sz="1300" b="1" dirty="0"/>
          </a:p>
          <a:p>
            <a:endParaRPr lang="en-US" altLang="ko-KR" sz="500" b="1" dirty="0"/>
          </a:p>
          <a:p>
            <a:pPr marL="285750" indent="-285750">
              <a:buFontTx/>
              <a:buChar char="-"/>
            </a:pPr>
            <a:r>
              <a:rPr lang="ko-KR" altLang="en-US" sz="1300" dirty="0"/>
              <a:t>역할 </a:t>
            </a:r>
            <a:r>
              <a:rPr lang="en-US" altLang="ko-KR" sz="1300" dirty="0"/>
              <a:t>: AI </a:t>
            </a:r>
            <a:r>
              <a:rPr lang="ko-KR" altLang="en-US" sz="1300" dirty="0"/>
              <a:t>학습용 정답 정보</a:t>
            </a:r>
            <a:endParaRPr lang="en-US" altLang="ko-KR" sz="1300" dirty="0"/>
          </a:p>
          <a:p>
            <a:pPr marL="285750" indent="-285750">
              <a:buFontTx/>
              <a:buChar char="-"/>
            </a:pPr>
            <a:r>
              <a:rPr lang="ko-KR" altLang="en-US" sz="1300" dirty="0"/>
              <a:t>주요 정보 </a:t>
            </a:r>
            <a:r>
              <a:rPr lang="en-US" altLang="ko-KR" sz="1300" dirty="0"/>
              <a:t>: </a:t>
            </a:r>
            <a:r>
              <a:rPr lang="ko-KR" altLang="en-US" sz="1300" dirty="0"/>
              <a:t>질병 코드</a:t>
            </a:r>
            <a:r>
              <a:rPr lang="en-US" altLang="ko-KR" sz="1300" dirty="0"/>
              <a:t>, </a:t>
            </a:r>
            <a:r>
              <a:rPr lang="ko-KR" altLang="en-US" sz="1300" dirty="0"/>
              <a:t>작물 코드</a:t>
            </a:r>
            <a:r>
              <a:rPr lang="en-US" altLang="ko-KR" sz="1300" dirty="0"/>
              <a:t>, </a:t>
            </a:r>
            <a:r>
              <a:rPr lang="ko-KR" altLang="en-US" sz="1300" dirty="0"/>
              <a:t>위험도</a:t>
            </a:r>
            <a:r>
              <a:rPr lang="en-US" altLang="ko-KR" sz="1300" dirty="0"/>
              <a:t>, </a:t>
            </a:r>
            <a:r>
              <a:rPr lang="ko-KR" altLang="en-US" sz="1300" dirty="0"/>
              <a:t>병변 위치</a:t>
            </a:r>
            <a:endParaRPr lang="en-US" altLang="ko-KR" sz="1300" dirty="0"/>
          </a:p>
          <a:p>
            <a:endParaRPr lang="ko-KR" altLang="en-US" sz="13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03B035-9930-4C58-8CDB-90CB6940A5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440" b="12546"/>
          <a:stretch/>
        </p:blipFill>
        <p:spPr>
          <a:xfrm>
            <a:off x="7597027" y="1665078"/>
            <a:ext cx="4393078" cy="1478518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EA950C9-7BCC-4A8B-B86F-24EDA99B27C3}"/>
              </a:ext>
            </a:extLst>
          </p:cNvPr>
          <p:cNvCxnSpPr>
            <a:cxnSpLocks/>
          </p:cNvCxnSpPr>
          <p:nvPr/>
        </p:nvCxnSpPr>
        <p:spPr>
          <a:xfrm>
            <a:off x="7391970" y="266007"/>
            <a:ext cx="0" cy="63383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31C94438-E24D-46C2-811B-DD692FD5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615" y="3143596"/>
            <a:ext cx="4384804" cy="279881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A5F0BF-069D-4E30-9802-527D68FF0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027" y="3295997"/>
            <a:ext cx="4393078" cy="218869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1557B6B-0FA0-4A3D-996F-9D53919DB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922" y="5872041"/>
            <a:ext cx="2163928" cy="7323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4A41682-62D4-4D5C-B125-8A22E8AA817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5158" r="273"/>
          <a:stretch/>
        </p:blipFill>
        <p:spPr>
          <a:xfrm>
            <a:off x="9310006" y="5679567"/>
            <a:ext cx="1101880" cy="19247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AFB723-C2A4-4D50-8C13-AE4741E2C67F}"/>
              </a:ext>
            </a:extLst>
          </p:cNvPr>
          <p:cNvSpPr/>
          <p:nvPr/>
        </p:nvSpPr>
        <p:spPr>
          <a:xfrm>
            <a:off x="9310006" y="5620096"/>
            <a:ext cx="2209522" cy="98425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13D299A-99F4-4B15-85AB-648BDBC44042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672946" y="6112221"/>
            <a:ext cx="6370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54C666D-50EC-4853-876B-00C7C2C0CB2B}"/>
              </a:ext>
            </a:extLst>
          </p:cNvPr>
          <p:cNvCxnSpPr>
            <a:cxnSpLocks/>
          </p:cNvCxnSpPr>
          <p:nvPr/>
        </p:nvCxnSpPr>
        <p:spPr>
          <a:xfrm>
            <a:off x="8657706" y="5361016"/>
            <a:ext cx="15240" cy="751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4629659-0D1C-4E74-B806-F4988A1F75A8}"/>
              </a:ext>
            </a:extLst>
          </p:cNvPr>
          <p:cNvCxnSpPr>
            <a:cxnSpLocks/>
          </p:cNvCxnSpPr>
          <p:nvPr/>
        </p:nvCxnSpPr>
        <p:spPr>
          <a:xfrm>
            <a:off x="8398626" y="5361016"/>
            <a:ext cx="592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9113E29-CC7D-48EB-B979-90C8FE2CB763}"/>
              </a:ext>
            </a:extLst>
          </p:cNvPr>
          <p:cNvSpPr txBox="1"/>
          <p:nvPr/>
        </p:nvSpPr>
        <p:spPr>
          <a:xfrm>
            <a:off x="52963" y="64390"/>
            <a:ext cx="23608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/>
              <a:t>Anotation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r>
              <a:rPr lang="ko-KR" altLang="en-US" sz="3200" dirty="0"/>
              <a:t>파일 구조</a:t>
            </a:r>
          </a:p>
        </p:txBody>
      </p:sp>
    </p:spTree>
    <p:extLst>
      <p:ext uri="{BB962C8B-B14F-4D97-AF65-F5344CB8AC3E}">
        <p14:creationId xmlns:p14="http://schemas.microsoft.com/office/powerpoint/2010/main" val="164716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473900-382B-4A38-9C99-215CBDA0C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868661"/>
            <a:ext cx="5600700" cy="3952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EAD8A5-9738-4B6E-AF59-416895E54D09}"/>
              </a:ext>
            </a:extLst>
          </p:cNvPr>
          <p:cNvSpPr txBox="1"/>
          <p:nvPr/>
        </p:nvSpPr>
        <p:spPr>
          <a:xfrm>
            <a:off x="6354819" y="922164"/>
            <a:ext cx="43740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[ </a:t>
            </a:r>
            <a:r>
              <a:rPr lang="ko-KR" altLang="en-US" sz="1300" b="1" dirty="0"/>
              <a:t>클래스코드</a:t>
            </a:r>
            <a:r>
              <a:rPr lang="en-US" altLang="ko-KR" sz="1300" b="1" dirty="0"/>
              <a:t> ]</a:t>
            </a:r>
            <a:endParaRPr lang="en-US" altLang="ko-KR" sz="1300" dirty="0"/>
          </a:p>
          <a:p>
            <a:endParaRPr lang="ko-KR" altLang="en-US" sz="13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54DF7D-DBFC-44DB-962F-38149B77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19" y="1868661"/>
            <a:ext cx="55340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2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9C22C1E-FC00-497F-8834-09F6AB7F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585787"/>
            <a:ext cx="556260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7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67</Words>
  <Application>Microsoft Office PowerPoint</Application>
  <PresentationFormat>와이드스크린</PresentationFormat>
  <Paragraphs>16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mbc</dc:creator>
  <cp:lastModifiedBy>mbc</cp:lastModifiedBy>
  <cp:revision>8</cp:revision>
  <dcterms:created xsi:type="dcterms:W3CDTF">2026-10-14T07:39:02Z</dcterms:created>
  <dcterms:modified xsi:type="dcterms:W3CDTF">2026-10-15T08:51:52Z</dcterms:modified>
</cp:coreProperties>
</file>